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201944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NEXT-GEN ESPORTS FOR ACADEMICS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High-Concurrency Collegiate Aptitude Arena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synchronized multiplayer platform designed for auditoriums, hackathons, and collegiate aptitude championships. Featuring a 5-worker distributed WebSocket cluster, sub-50ms latency, 300 curated problems, and broadcast-ready 4K projector displays.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5-Worker Cluster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Balanced :8000-:8005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512064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Curated MCQs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5623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Domains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512064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Sub-50ms Latency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5623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Aggregator 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The Problem Space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930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THE CHALLENGE IN TRADITIONAL QUIZZES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Monolithic Bottlenecks: Standard quiz apps crash or experience 2-5 second lag spikes when hundreds of students submit simultaneously in university halls.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Competitive Tension: Slow static web forms feel like boring exams rather than high-stakes collegiate tournaments.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Tooling: Hosts juggle disjointed projector slides, mobile forms, and manual spreadsheets to tally scores.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Data Persistence: Network hiccups lead to lost player scores and disrupted rounds.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THE APTIQUIZ PARADIGM SHIFT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Distributed Multi-Worker Cluster: 5 isolated WebSocket worker nodes absorb traffic with least-connections load balancing.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Microsecond In-Memory Hub: Authoritative central aggregator merges standings and fans out delta updates across all screens.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Esports-Style Gamification: Real-time speed bonus multipliers, tactile scratchpads, lifelines, and streak meters.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4K Auditorium View: Clean, high-contrast projector UI tailored for stage displays alongside mobile contenders.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Architecture &amp; Distributed WebSocket Cluster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SMART REVERSE PROXY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Gateway (:8000)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Zero-copy TCP streaming tunneling on HTTP Upgrade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Least-Connections &amp; Consistent Room Hashing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 checks &amp; live telemetry at /cluster/stats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MULTI-PROCESS WORKERS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Partitioned Sub-Workers (:8001 - :8005)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CPU core &amp; memory isolation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Decoupled event loop &amp; zero garbage collection pauses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Heartbeat ping/pong (25s) &amp; client timestamping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CENTRAL AGGREGATOR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Hub State Coordinator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In-memory cross-server player &amp; score merging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Authoritative rank calculations &amp; tie-breaking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 broadcast fan-out back across all workers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HYBRID DATA PERSISTENCE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&amp; Curated Bank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Asynchronous non-blocking database commits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Indexed by room_code, category, and score DESC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300-question offline fallback for 100% resilience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&amp; CONTENT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300-Question Question Bank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includes 300 battle-tested collegiate aptitude problems parsed from aptiquiz_question_sets/ into 10 structured domains of 30 MCQs each. Every question features verified solutions, formulas, and pace recommendations.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#01 • Quant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Aptitude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35s Pace • Easy/Med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9504" y="219456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#02 • Logic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26664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Reasoning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26664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45s Pace • Medium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219456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#03 • Verbal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84648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84648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30s Pace • Easy/Med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05472" y="219456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#04 • DI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42632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Interpretation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42632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55s Pace • Hard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363456" y="219456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#05 • Quant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0616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Work &amp; Speed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0616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40s Pace • Medium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343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#06 • Quant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4617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&amp; Counting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349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45s Pace • Hard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89504" y="42062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6664" y="4343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#07 • Quant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26664" y="4617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&amp; Geometry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26664" y="5349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45s Pace • Medium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47488" y="42062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4343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#08 • Quant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4648" y="4617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Systems &amp; Series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5349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35s Pace • Easy/Med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05472" y="42062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42632" y="4343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#09 • Quant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42632" y="4617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Placement Aptitude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42632" y="5349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45s Pace • Med/Hard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63456" y="42062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0616" y="4343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5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#10 • Logic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500616" y="4617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Mixed Gauntlet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500616" y="5349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MCQs • 50s Pace • Olympiad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ROOMS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Ready-to-Start Dedicated Quiz Arenas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tournament rooms mapped directly to each curriculum set, available both offline and via Supabase database seeder: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QUANT101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Collegiate Speed Qualifier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331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S. Ranganathan • 30 Qs • Cap: 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LOGIC202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Deductive Logic Arena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331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Anita Joshi • 30 Qs • Cap: 80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66960" y="2148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278892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VERBAL303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2898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&amp; Critical Reading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200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Vikram Roy • 30 Qs • Cap: 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017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278892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DATA404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2898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Interpretation Champs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3200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M. Swaminathan • 30 Qs • Cap: 100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66960" y="3017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" y="365760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SPEED505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Work &amp; Motion Sprint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C. Verma • 30 Qs • Cap: 120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3886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26480" y="365760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PROB606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&amp; Combinatorics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R. Sundaram • 30 Qs • Cap: 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66960" y="3886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452628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63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ALGEBRA707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636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High-Yield Algebra Battle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4937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Agarwal • 30 Qs • Cap: 90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754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452628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663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SERIES808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89520" y="4636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Systems Blitz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4937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Host Desk • 30 Qs • Cap: 100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66960" y="4754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31520" y="539496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5532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CAMPUS909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194560" y="5504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Placement Grand Prix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94560" y="5806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Cell • 30 Qs • Cap: 250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56235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26480" y="539496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A1438"/>
          </a:solidFill>
          <a:ln w="12700">
            <a:solidFill>
              <a:srgbClr val="251F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5532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ADVMIX010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89520" y="5504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Mixed Gauntlet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89520" y="5806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K. Narayanan • 30 Qs • Cap: 150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966960" y="56235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Player Interactive Quiz Arena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1.5x XP MULTIPLIER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Bonus Multiplier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submitted in the initial 5 seconds earn a 1.5x multiplier. Rewards high-speed mastery while penalizing guesswork.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PACING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Urgency Progress Bar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shifts dynamically: 🟢 Speed Zone (1.5x), 🟡 Standard Pace (1.0x), and 🔴 Critical Lockdown with urgent audio ticks.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CALCULATOR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Proctored Scratchpad Calculator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arithmetic solver with clean expression evaluator, tactile keypad, and scratchpad memory for quantitative problem-solving.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50:50 &amp; AUDIENCE POLL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Tournament Lifelines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50:50 (eliminates 2 incorrect distractors) and Audience Poll (simulates crowd distribution based on difficulty curves).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4K Projector &amp; Stage Controller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4K AUDITORIUM STAGE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 Screen Optimization: Ultra-high contrast layout formatted for university auditorium LED walls and HDMI projectors.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Countdown Dial: High-visibility timer widget visible from 50+ meters back in the auditorium.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Answer Reveal: Shows response distribution histograms as contenders submit choices in real time.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Official Verdict: Automatically reveals correct key, formula steps, and verified explanation at round 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HOST STAGE 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Timer Freeze: Instantly pause the clock cluster-wide during clarifications, technical checks, or announcements.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Ticker Broadcasting: Send high-priority broadcast banner messages that flash across all connected student devices.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Question Vault Browser: Hosts can search, filter by domain, preview explanations, and inject custom problems on the fly.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Roster Management: Lock room against latecomers, shuffle seats, or moderate participants.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Unified Leaderboard &amp; Performance Telemetry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Cluster-Merged Rankings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students across all 5 sub-servers into a single unified global standings board with deterministic tie-breaking.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Trajectory Graphs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performance trendline tracking player score, speed in seconds, cumulative XP, and rank delta across rounds.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Prodigy Multipliers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Unbroken streaks of 5+ correct verdicts trigger burning flame aura badges and collegiate prestige multipliers.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Milestones 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0175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progression badges (Aptitude Ace, Speedster, Campus Vanguard, Precision Hawk) in Gold, Silver, and Diamond tiers.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Invite QR System &amp; Next.js App Router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REALTIME INVITE QR &amp; SOCIAL CHANNELS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Camera Recognition: High-contrast QR matrix scans seamlessly on iOS Camera and Android Google Lens.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Deep Links: Encodes full room routes (/lobby?room=QUANT101) directly into the QR code.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Social Messaging Channels: 1-click sharing to WhatsApp, Telegram, X (Twitter), and Email with pre-filled room PIN.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Organizer Export: 1-click high-resolution PNG download for presentation slides and physical campus posters.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A1438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MODULAR APP ROUTER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 (Home): Global room browser, PIN joiner, and admin portal.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/lobby?room={code}: Synchronized waiting room with roster list.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/arena?room={code}: Interactive player battle arena with timers.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/leaderboard?room={code}: Verdict recap &amp; Recharts telemetry.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/projector?room={code}: 4K stage display for auditorium screens.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/host?room={code}: Host console for timer freeze &amp; round controls.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/quiz/[id] &amp; /room/[code]: Deep links with popstate history sync.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Architectural Achievements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AptiQuiz • Realtime Collegiate Aptitude Arena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Zero-Lag Synchronization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answer latency across 5 partitioned WebSocket worker processes.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MCQs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 Content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across 10 specialized collegiate aptitude categories with solutions.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A1438"/>
          </a:solidFill>
          <a:ln w="12700">
            <a:solidFill>
              <a:srgbClr val="7359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Bots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046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Stress-Tested Concurrency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3108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harness validating seamless leaderboard state merging.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0424160" cy="1280160"/>
          </a:xfrm>
          <a:prstGeom prst="roundRect">
            <a:avLst>
              <a:gd name="adj" fmla="val 10714"/>
            </a:avLst>
          </a:prstGeom>
          <a:solidFill>
            <a:srgbClr val="201944"/>
          </a:solidFill>
          <a:ln w="12700">
            <a:solidFill>
              <a:srgbClr val="2E2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029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APTIQUIZ IS PRODUCTION-READY FOR COLLEGIATE ARENAS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esports-level thrills with rigorous collegiate evaluation. Backed by a 5-worker WebSocket cluster, Supabase persistence, instant QR joins, and dedicated 4K projector views, AptiQuiz transforms competitive exams into unforgettable auditorium championships.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2026-10-10T09:42:36Z</dcterms:created>
  <dcterms:modified xsi:type="dcterms:W3CDTF">2026-10-10T09:42:36Z</dcterms:modified>
</cp:coreProperties>
</file>